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waroop2108/OS_Project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D23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2E333B"/>
          </a:solidFill>
          <a:ln/>
        </p:spPr>
      </p:sp>
      <p:pic>
        <p:nvPicPr>
          <p:cNvPr id="4" name="Image 0" descr="/home/claude/ppt/icons/terminal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EDUCATION FOUNDATION  •  OS &amp; SYSTEMS PROGRAMMING (25CS2104E)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828800"/>
            <a:ext cx="10881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Process Monitoring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Control System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794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7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tool to monitor, analyze, and control system-resource-hungry processes on Linux, built directly on the /proc filesystem and POSIX process APIs.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4892040"/>
            <a:ext cx="10881360" cy="0"/>
          </a:xfrm>
          <a:prstGeom prst="line">
            <a:avLst/>
          </a:prstGeom>
          <a:noFill/>
          <a:ln w="12700">
            <a:solidFill>
              <a:srgbClr val="3A404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5120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Shanthi Swaroop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486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2520090224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251960" y="5120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Sathvik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251960" y="5486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2520090097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5120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Gatik Sharma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5486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2520090223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  •  Team 17  •  Faculty: Ms. D. Alekhya  •  Term-I, 2026–27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matters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754880" y="1508760"/>
            <a:ext cx="676656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A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074920" y="1783080"/>
            <a:ext cx="6172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Linux Process Monitoring and Control System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lightweight tool that watches every process running on a Linux machine in real time, so runaway CPU or memory usage never gets a chance to slow down or crash the system.
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Linux </a:t>
            </a:r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F9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 filesystem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it collects PID, CPU and memory usage, process state, I/O activity and execution time — shown through a simple terminal or web dashboard.
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monitoring, users can act: </a:t>
            </a:r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re-nice, suspend, resume, or terminate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processes with POSIX signals (SIGTERM, SIGKILL, SIGSTOP) — and the system can auto-alert when thresholds are crossed.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1A1D23"/>
          </a:solidFill>
          <a:ln/>
        </p:spPr>
      </p:sp>
      <p:pic>
        <p:nvPicPr>
          <p:cNvPr id="7" name="Image 0" descr="/home/claude/ppt/icons/eye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1741932"/>
            <a:ext cx="374904" cy="37490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15819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194767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PID, CPU, memory, state &amp; I/O live via /proc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3200400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1A1D23"/>
          </a:solidFill>
          <a:ln/>
        </p:spPr>
      </p:sp>
      <p:pic>
        <p:nvPicPr>
          <p:cNvPr id="11" name="Image 1" descr="/home/claude/ppt/icons/alert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" y="3342132"/>
            <a:ext cx="374904" cy="3749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31821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508760" y="354787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processes crossing CPU / memory thresholds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1A1D23"/>
          </a:solidFill>
          <a:ln/>
        </p:spPr>
      </p:sp>
      <p:pic>
        <p:nvPicPr>
          <p:cNvPr id="15" name="Image 2" descr="/home/claude/ppt/icons/sliders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4942332"/>
            <a:ext cx="374904" cy="37490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47823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514807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Renice, suspend, resume or kill with POSIX signals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2286000"/>
          </a:xfrm>
          <a:prstGeom prst="roundRect">
            <a:avLst>
              <a:gd name="adj" fmla="val 4800"/>
            </a:avLst>
          </a:prstGeom>
          <a:solidFill>
            <a:srgbClr val="2E333B"/>
          </a:solidFill>
          <a:ln/>
        </p:spPr>
      </p:sp>
      <p:pic>
        <p:nvPicPr>
          <p:cNvPr id="4" name="Image 0" descr="/home/claude/ppt/icons/target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373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60120" y="233172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 a Linux-based system to monitor running processes, track their CPU and memory usage, and identify processes that consume excessive system resources — then let users control or terminate unresponsive processes to improve system performance and stability.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411480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22262D"/>
          </a:solidFill>
          <a:ln w="12700">
            <a:solidFill>
              <a:srgbClr val="3A4048"/>
            </a:solidFill>
            <a:prstDash val="solid"/>
          </a:ln>
        </p:spPr>
      </p:sp>
      <p:pic>
        <p:nvPicPr>
          <p:cNvPr id="7" name="Image 1" descr="/home/claude/ppt/icons/cpu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370832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4892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52578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usage identified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time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343400" y="411480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22262D"/>
          </a:solidFill>
          <a:ln w="12700">
            <a:solidFill>
              <a:srgbClr val="3A4048"/>
            </a:solidFill>
            <a:prstDash val="solid"/>
          </a:ln>
        </p:spPr>
      </p:sp>
      <p:pic>
        <p:nvPicPr>
          <p:cNvPr id="11" name="Image 2" descr="/home/claude/ppt/icons/hdd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4370832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617720" y="4892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4617720" y="52578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continuously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abnormal growth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046720" y="411480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22262D"/>
          </a:solidFill>
          <a:ln w="12700">
            <a:solidFill>
              <a:srgbClr val="3A4048"/>
            </a:solidFill>
            <a:prstDash val="solid"/>
          </a:ln>
        </p:spPr>
      </p:sp>
      <p:pic>
        <p:nvPicPr>
          <p:cNvPr id="15" name="Image 3" descr="/home/claude/ppt/icons/zap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370832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321040" y="4892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Stability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8321040" y="52578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 via prompt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control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sets out to achieve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8308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1A1D23"/>
          </a:solidFill>
          <a:ln/>
        </p:spPr>
      </p:sp>
      <p:pic>
        <p:nvPicPr>
          <p:cNvPr id="6" name="Image 0" descr="/home/claude/ppt/icons/eye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911096"/>
            <a:ext cx="338328" cy="3383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212080" y="17099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3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Monitoring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8346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monitor all running processes on a Linux system as they execute.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508760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8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178308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1A1D23"/>
          </a:solidFill>
          <a:ln/>
        </p:spPr>
      </p:sp>
      <p:pic>
        <p:nvPicPr>
          <p:cNvPr id="12" name="Image 1" descr="/home/claude/ppt/icons/activity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191109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744200" y="17099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3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644652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Usage Tracking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446520" y="28346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CPU, memory, and overall process resource usage across the system.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3977640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8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425196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1A1D23"/>
          </a:solidFill>
          <a:ln/>
        </p:spPr>
      </p:sp>
      <p:pic>
        <p:nvPicPr>
          <p:cNvPr id="18" name="Image 2" descr="/home/claude/ppt/icons/alert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379976"/>
            <a:ext cx="338328" cy="33832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12080" y="41788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3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914400" y="4937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Excess Detection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914400" y="5303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processes that consume excessive or abnormal system resources.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172200" y="3977640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8">
                <a:alpha val="2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46520" y="425196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1A1D23"/>
          </a:solidFill>
          <a:ln/>
        </p:spPr>
      </p:sp>
      <p:pic>
        <p:nvPicPr>
          <p:cNvPr id="24" name="Image 3" descr="/home/claude/ppt/icons/check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4379976"/>
            <a:ext cx="338328" cy="33832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744200" y="41788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3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0"/>
          <p:cNvSpPr txBox="1"/>
          <p:nvPr/>
        </p:nvSpPr>
        <p:spPr>
          <a:xfrm>
            <a:off x="6446520" y="4937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Stability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6446520" y="5303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overall system performance, responsiveness and stability.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continuously reads process data from /proc, compares usage against defined thresholds, and lets the user act on high-resource processes.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1600200" cy="32918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6060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A1D23"/>
          </a:solidFill>
          <a:ln/>
        </p:spPr>
      </p:sp>
      <p:pic>
        <p:nvPicPr>
          <p:cNvPr id="6" name="Image 0" descr="/home/claude/ppt/icons/terminal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27111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246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3611880"/>
            <a:ext cx="1380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Process Info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4480560"/>
            <a:ext cx="1380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/proc filesystem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2212848" y="374904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496312" y="2331720"/>
            <a:ext cx="1600200" cy="32918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044952" y="26060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A1D23"/>
          </a:solidFill>
          <a:ln/>
        </p:spPr>
      </p:sp>
      <p:pic>
        <p:nvPicPr>
          <p:cNvPr id="13" name="Image 1" descr="/home/claude/ppt/icons/activity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108" y="2711196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496312" y="3246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2606040" y="3611880"/>
            <a:ext cx="1380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Usage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2606040" y="4480560"/>
            <a:ext cx="1380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&amp; memory stats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4069080" y="374904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352544" y="2331720"/>
            <a:ext cx="1600200" cy="32918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901184" y="26060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A1D23"/>
          </a:solidFill>
          <a:ln/>
        </p:spPr>
      </p:sp>
      <p:pic>
        <p:nvPicPr>
          <p:cNvPr id="20" name="Image 2" descr="/home/claude/ppt/icons/monitor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340" y="2711196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352544" y="3246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4462272" y="3611880"/>
            <a:ext cx="1380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 Details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4462272" y="4480560"/>
            <a:ext cx="1380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/ dashboard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5925312" y="374904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6208776" y="2331720"/>
            <a:ext cx="1600200" cy="32918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757416" y="26060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A1D23"/>
          </a:solidFill>
          <a:ln/>
        </p:spPr>
      </p:sp>
      <p:pic>
        <p:nvPicPr>
          <p:cNvPr id="27" name="Image 3" descr="/home/claude/ppt/icons/alert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572" y="2711196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208776" y="3246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318504" y="3611880"/>
            <a:ext cx="1380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High Usage</a:t>
            </a:r>
            <a:endParaRPr lang="en-US" sz="1250" dirty="0"/>
          </a:p>
        </p:txBody>
      </p:sp>
      <p:sp>
        <p:nvSpPr>
          <p:cNvPr id="30" name="Text 24"/>
          <p:cNvSpPr txBox="1"/>
          <p:nvPr/>
        </p:nvSpPr>
        <p:spPr>
          <a:xfrm>
            <a:off x="6318504" y="4480560"/>
            <a:ext cx="1380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threshold values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7781544" y="374904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8065008" y="2331720"/>
            <a:ext cx="1600200" cy="32918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613648" y="26060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A1D23"/>
          </a:solidFill>
          <a:ln/>
        </p:spPr>
      </p:sp>
      <p:pic>
        <p:nvPicPr>
          <p:cNvPr id="34" name="Image 4" descr="/home/claude/ppt/icons/zap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8804" y="2711196"/>
            <a:ext cx="292608" cy="292608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8065008" y="3246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8174736" y="3611880"/>
            <a:ext cx="1380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User</a:t>
            </a:r>
            <a:endParaRPr lang="en-US" sz="1250" dirty="0"/>
          </a:p>
        </p:txBody>
      </p:sp>
      <p:sp>
        <p:nvSpPr>
          <p:cNvPr id="37" name="Text 30"/>
          <p:cNvSpPr txBox="1"/>
          <p:nvPr/>
        </p:nvSpPr>
        <p:spPr>
          <a:xfrm>
            <a:off x="8174736" y="4480560"/>
            <a:ext cx="1380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the process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9637776" y="374904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2"/>
          <p:cNvSpPr/>
          <p:nvPr/>
        </p:nvSpPr>
        <p:spPr>
          <a:xfrm>
            <a:off x="9921240" y="2331720"/>
            <a:ext cx="1600200" cy="3291840"/>
          </a:xfrm>
          <a:prstGeom prst="roundRect">
            <a:avLst>
              <a:gd name="adj" fmla="val 5714"/>
            </a:avLst>
          </a:prstGeom>
          <a:solidFill>
            <a:srgbClr val="1A1D23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10469880" y="26060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4ADE80"/>
          </a:solidFill>
          <a:ln/>
        </p:spPr>
      </p:sp>
      <p:pic>
        <p:nvPicPr>
          <p:cNvPr id="41" name="Image 5" descr="/home/claude/ppt/icons/sliders_charco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5036" y="2711196"/>
            <a:ext cx="292608" cy="292608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9921240" y="3246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43" name="Text 35"/>
          <p:cNvSpPr txBox="1"/>
          <p:nvPr/>
        </p:nvSpPr>
        <p:spPr>
          <a:xfrm>
            <a:off x="10030968" y="3611880"/>
            <a:ext cx="1380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Process</a:t>
            </a:r>
            <a:endParaRPr lang="en-US" sz="1250" dirty="0"/>
          </a:p>
        </p:txBody>
      </p:sp>
      <p:sp>
        <p:nvSpPr>
          <p:cNvPr id="44" name="Text 36"/>
          <p:cNvSpPr txBox="1"/>
          <p:nvPr/>
        </p:nvSpPr>
        <p:spPr>
          <a:xfrm>
            <a:off x="10030968" y="4480560"/>
            <a:ext cx="1380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 / kill / renice</a:t>
            </a:r>
            <a:endParaRPr lang="en-US" sz="1000" dirty="0"/>
          </a:p>
        </p:txBody>
      </p:sp>
      <p:sp>
        <p:nvSpPr>
          <p:cNvPr id="45" name="Text 37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C / C++ or Python, using POSIX system calls  •  nice() / setpriority() for priority control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Concepts &amp; Linux APIs Used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operating-systems concepts this project puts into practice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5029200"/>
        </p:xfrm>
        <a:graphic>
          <a:graphicData uri="http://schemas.openxmlformats.org/drawingml/2006/table">
            <a:tbl>
              <a:tblPr/>
              <a:tblGrid>
                <a:gridCol w="3657600"/>
                <a:gridCol w="72237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Concept / API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Purpose in the Project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Management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and controlling running processes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/proc Filesystem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 process information such as CPU &amp; memory usage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ID (PID)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Identifying and managing individual processes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 &amp; Priority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nice() and setpriority() to change process priority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Suspending, resuming, and terminating processes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Monitoring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Tracking CPU, memory, and process resource usage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Contributions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17  •  Section 11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29000" cy="475488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28800"/>
            <a:ext cx="685800" cy="685800"/>
          </a:xfrm>
          <a:prstGeom prst="roundRect">
            <a:avLst>
              <a:gd name="adj" fmla="val 50667"/>
            </a:avLst>
          </a:prstGeom>
          <a:solidFill>
            <a:srgbClr val="1A1D23"/>
          </a:solidFill>
          <a:ln/>
        </p:spPr>
      </p:sp>
      <p:pic>
        <p:nvPicPr>
          <p:cNvPr id="6" name="Image 0" descr="/home/claude/ppt/icons/activity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" y="2011680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V. Sathvik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03580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2520090097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14400" y="3401568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9F9E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34015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9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Monitoring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977640"/>
            <a:ext cx="2880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process details — PID, CPU usage, memory usage, and process state — using the /proc filesystem.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43400" y="1554480"/>
            <a:ext cx="3429000" cy="475488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8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17720" y="1828800"/>
            <a:ext cx="685800" cy="685800"/>
          </a:xfrm>
          <a:prstGeom prst="roundRect">
            <a:avLst>
              <a:gd name="adj" fmla="val 50667"/>
            </a:avLst>
          </a:prstGeom>
          <a:solidFill>
            <a:srgbClr val="1A1D23"/>
          </a:solidFill>
          <a:ln/>
        </p:spPr>
      </p:sp>
      <p:pic>
        <p:nvPicPr>
          <p:cNvPr id="14" name="Image 1" descr="/home/claude/ppt/icons/sliders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884" y="201168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1772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Ch. Shanthi Swaroop</a:t>
            </a:r>
            <a:endParaRPr lang="en-US" sz="1550" dirty="0"/>
          </a:p>
        </p:txBody>
      </p:sp>
      <p:sp>
        <p:nvSpPr>
          <p:cNvPr id="16" name="Text 12"/>
          <p:cNvSpPr txBox="1"/>
          <p:nvPr/>
        </p:nvSpPr>
        <p:spPr>
          <a:xfrm>
            <a:off x="4617720" y="303580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2520090224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617720" y="3401568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9F9EF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617720" y="34015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9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Control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4617720" y="3977640"/>
            <a:ext cx="2880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process priority management, suspend/resume functionality, and termination using POSIX signals.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046720" y="1554480"/>
            <a:ext cx="3429000" cy="475488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8">
                <a:alpha val="2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321040" y="1828800"/>
            <a:ext cx="685800" cy="685800"/>
          </a:xfrm>
          <a:prstGeom prst="roundRect">
            <a:avLst>
              <a:gd name="adj" fmla="val 50667"/>
            </a:avLst>
          </a:prstGeom>
          <a:solidFill>
            <a:srgbClr val="1A1D23"/>
          </a:solidFill>
          <a:ln/>
        </p:spPr>
      </p:sp>
      <p:pic>
        <p:nvPicPr>
          <p:cNvPr id="22" name="Image 2" descr="/home/claude/ppt/icons/monitor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204" y="2011680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32104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Gatik Sharma</a:t>
            </a:r>
            <a:endParaRPr lang="en-US" sz="1550" dirty="0"/>
          </a:p>
        </p:txBody>
      </p:sp>
      <p:sp>
        <p:nvSpPr>
          <p:cNvPr id="24" name="Text 19"/>
          <p:cNvSpPr txBox="1"/>
          <p:nvPr/>
        </p:nvSpPr>
        <p:spPr>
          <a:xfrm>
            <a:off x="8321040" y="303580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2520090223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8321040" y="3401568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9F9EF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321040" y="34015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9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Testing &amp; Docs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8321040" y="3977640"/>
            <a:ext cx="2880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Develops the interface, implements resource-usage detection, tests the system, and prepares documentation.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Platforms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used to build and test the system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3223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856232"/>
            <a:ext cx="548640" cy="548640"/>
          </a:xfrm>
          <a:prstGeom prst="roundRect">
            <a:avLst>
              <a:gd name="adj" fmla="val 21667"/>
            </a:avLst>
          </a:prstGeom>
          <a:solidFill>
            <a:srgbClr val="1A1D23"/>
          </a:solidFill>
          <a:ln/>
        </p:spPr>
      </p:sp>
      <p:pic>
        <p:nvPicPr>
          <p:cNvPr id="6" name="Image 0" descr="/home/claude/ppt/icons/server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975104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96112" y="2514600"/>
            <a:ext cx="281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/ Ubuntu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862072"/>
            <a:ext cx="281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OS for development and testing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19600" y="1600200"/>
            <a:ext cx="33223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75632" y="1856232"/>
            <a:ext cx="548640" cy="548640"/>
          </a:xfrm>
          <a:prstGeom prst="roundRect">
            <a:avLst>
              <a:gd name="adj" fmla="val 21667"/>
            </a:avLst>
          </a:prstGeom>
          <a:solidFill>
            <a:srgbClr val="1A1D23"/>
          </a:solidFill>
          <a:ln/>
        </p:spPr>
      </p:sp>
      <p:pic>
        <p:nvPicPr>
          <p:cNvPr id="11" name="Image 1" descr="/home/claude/ppt/icons/code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504" y="1975104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75632" y="2514600"/>
            <a:ext cx="281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/ C++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75632" y="2862072"/>
            <a:ext cx="281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the monitoring &amp; control system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99120" y="1600200"/>
            <a:ext cx="33223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55152" y="1856232"/>
            <a:ext cx="548640" cy="548640"/>
          </a:xfrm>
          <a:prstGeom prst="roundRect">
            <a:avLst>
              <a:gd name="adj" fmla="val 21667"/>
            </a:avLst>
          </a:prstGeom>
          <a:solidFill>
            <a:srgbClr val="1A1D23"/>
          </a:solidFill>
          <a:ln/>
        </p:spPr>
      </p:sp>
      <p:pic>
        <p:nvPicPr>
          <p:cNvPr id="16" name="Image 2" descr="/home/claude/ppt/icons/terminal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4024" y="1975104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55152" y="2514600"/>
            <a:ext cx="281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GCC / G++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455152" y="2862072"/>
            <a:ext cx="281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used to build the program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749040"/>
            <a:ext cx="33223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96112" y="4005072"/>
            <a:ext cx="548640" cy="548640"/>
          </a:xfrm>
          <a:prstGeom prst="roundRect">
            <a:avLst>
              <a:gd name="adj" fmla="val 21667"/>
            </a:avLst>
          </a:prstGeom>
          <a:solidFill>
            <a:srgbClr val="1A1D23"/>
          </a:solidFill>
          <a:ln/>
        </p:spPr>
      </p:sp>
      <p:pic>
        <p:nvPicPr>
          <p:cNvPr id="21" name="Image 3" descr="/home/claude/ppt/icons/hdd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123944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96112" y="4663440"/>
            <a:ext cx="281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/proc Filesystem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896112" y="5010912"/>
            <a:ext cx="281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live process &amp; system resource data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419600" y="3749040"/>
            <a:ext cx="33223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75632" y="4005072"/>
            <a:ext cx="548640" cy="548640"/>
          </a:xfrm>
          <a:prstGeom prst="roundRect">
            <a:avLst>
              <a:gd name="adj" fmla="val 21667"/>
            </a:avLst>
          </a:prstGeom>
          <a:solidFill>
            <a:srgbClr val="1A1D23"/>
          </a:solidFill>
          <a:ln/>
        </p:spPr>
      </p:sp>
      <p:pic>
        <p:nvPicPr>
          <p:cNvPr id="26" name="Image 4" descr="/home/claude/ppt/icons/sliders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4504" y="4123944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75632" y="4663440"/>
            <a:ext cx="281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POSIX APIs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4675632" y="5010912"/>
            <a:ext cx="281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control, priority management, signals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99120" y="3749040"/>
            <a:ext cx="33223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55152" y="4005072"/>
            <a:ext cx="548640" cy="548640"/>
          </a:xfrm>
          <a:prstGeom prst="roundRect">
            <a:avLst>
              <a:gd name="adj" fmla="val 21667"/>
            </a:avLst>
          </a:prstGeom>
          <a:solidFill>
            <a:srgbClr val="1A1D23"/>
          </a:solidFill>
          <a:ln/>
        </p:spPr>
      </p:sp>
      <p:pic>
        <p:nvPicPr>
          <p:cNvPr id="31" name="Image 5" descr="/home/claude/ppt/icons/monitor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4024" y="4123944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455152" y="4663440"/>
            <a:ext cx="281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 / Terminal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8455152" y="5010912"/>
            <a:ext cx="281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Writing, compiling, and running the program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Linux-based Process Monitoring and Control System that gives users real, actionable command over what's happening on their machine.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5166360" cy="1691640"/>
          </a:xfrm>
          <a:prstGeom prst="roundRect">
            <a:avLst>
              <a:gd name="adj" fmla="val 6486"/>
            </a:avLst>
          </a:prstGeom>
          <a:solidFill>
            <a:srgbClr val="22262D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6517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/>
        </p:spPr>
      </p:sp>
      <p:pic>
        <p:nvPicPr>
          <p:cNvPr id="6" name="Image 0" descr="/home/claude/ppt/icons/eye_charco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7752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6060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Visibility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990088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PID, CPU usage, memory usage, and process state for every running process.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26480" y="2423160"/>
            <a:ext cx="5166360" cy="1691640"/>
          </a:xfrm>
          <a:prstGeom prst="roundRect">
            <a:avLst>
              <a:gd name="adj" fmla="val 6486"/>
            </a:avLst>
          </a:prstGeom>
          <a:solidFill>
            <a:srgbClr val="22262D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55080" y="26517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/>
        </p:spPr>
      </p:sp>
      <p:pic>
        <p:nvPicPr>
          <p:cNvPr id="11" name="Image 1" descr="/home/claude/ppt/icons/alert_charco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524" y="27752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86600" y="26060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Warning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7086600" y="2990088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processes consuming excessive resources before they impact the system.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4389120"/>
            <a:ext cx="5166360" cy="1691640"/>
          </a:xfrm>
          <a:prstGeom prst="roundRect">
            <a:avLst>
              <a:gd name="adj" fmla="val 6486"/>
            </a:avLst>
          </a:prstGeom>
          <a:solidFill>
            <a:srgbClr val="22262D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46177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/>
        </p:spPr>
      </p:sp>
      <p:pic>
        <p:nvPicPr>
          <p:cNvPr id="16" name="Image 2" descr="/home/claude/ppt/icons/sliders_charco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474116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45720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Control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1600200" y="4956048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users change priority, suspend, or terminate problem processes directly.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26480" y="4389120"/>
            <a:ext cx="5166360" cy="1691640"/>
          </a:xfrm>
          <a:prstGeom prst="roundRect">
            <a:avLst>
              <a:gd name="adj" fmla="val 6486"/>
            </a:avLst>
          </a:prstGeom>
          <a:solidFill>
            <a:srgbClr val="22262D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55080" y="46177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/>
        </p:spPr>
      </p:sp>
      <p:pic>
        <p:nvPicPr>
          <p:cNvPr id="21" name="Image 3" descr="/home/claude/ppt/icons/award_charco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524" y="474116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86600" y="45720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Stability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7086600" y="4956048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overall system performance, efficiency, and day-to-day stability.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2E333B"/>
          </a:solidFill>
          <a:ln/>
        </p:spPr>
      </p:sp>
      <p:pic>
        <p:nvPicPr>
          <p:cNvPr id="3" name="Image 0" descr="/home/claude/ppt/icons/terminal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94360" y="1463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286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06324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22262D"/>
          </a:solidFill>
          <a:ln w="12700">
            <a:solidFill>
              <a:srgbClr val="3A4048"/>
            </a:solidFill>
            <a:prstDash val="solid"/>
          </a:ln>
        </p:spPr>
      </p:sp>
      <p:pic>
        <p:nvPicPr>
          <p:cNvPr id="7" name="Image 1" descr="/home/claude/ppt/icons/github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310128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100" dirty="0"/>
          </a:p>
        </p:txBody>
      </p:sp>
      <p:sp>
        <p:nvSpPr>
          <p:cNvPr id="9" name="Text 5">
            <a:hlinkClick r:id="rId3" tooltip=""/>
          </p:cNvPr>
          <p:cNvSpPr txBox="1"/>
          <p:nvPr/>
        </p:nvSpPr>
        <p:spPr>
          <a:xfrm>
            <a:off x="1600200" y="34930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github.com/Swaroop2108/OS_Project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40080" y="4572000"/>
            <a:ext cx="3291840" cy="0"/>
          </a:xfrm>
          <a:prstGeom prst="line">
            <a:avLst/>
          </a:prstGeom>
          <a:noFill/>
          <a:ln w="12700">
            <a:solidFill>
              <a:srgbClr val="3A404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" y="4709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Shanthi Swaroop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50566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2520090224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251960" y="4572000"/>
            <a:ext cx="3291840" cy="0"/>
          </a:xfrm>
          <a:prstGeom prst="line">
            <a:avLst/>
          </a:prstGeom>
          <a:noFill/>
          <a:ln w="12700">
            <a:solidFill>
              <a:srgbClr val="3A404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251960" y="4709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Sathvik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251960" y="50566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2520090097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863840" y="4572000"/>
            <a:ext cx="3291840" cy="0"/>
          </a:xfrm>
          <a:prstGeom prst="line">
            <a:avLst/>
          </a:prstGeom>
          <a:noFill/>
          <a:ln w="12700">
            <a:solidFill>
              <a:srgbClr val="3A404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863840" y="4709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Gatik Sharma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7863840" y="50566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2520090223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  •  Team 17  •  Faculty: Ms. D. Alekhya  •  Operating Systems and Systems Programming (25CS2104E)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2026-09-02T03:04:40Z</dcterms:created>
  <dcterms:modified xsi:type="dcterms:W3CDTF">2026-09-02T03:04:40Z</dcterms:modified>
</cp:coreProperties>
</file>